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8" d="100"/>
          <a:sy n="68" d="100"/>
        </p:scale>
        <p:origin x="9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1037C7-7F6F-77FD-DB44-EC4993D3017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98988C1-960E-D610-6E4C-4E4178A228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DED07BD-166D-D8F1-C7BA-431014CCEB99}"/>
              </a:ext>
            </a:extLst>
          </p:cNvPr>
          <p:cNvSpPr>
            <a:spLocks noGrp="1"/>
          </p:cNvSpPr>
          <p:nvPr>
            <p:ph type="dt" sz="half" idx="10"/>
          </p:nvPr>
        </p:nvSpPr>
        <p:spPr/>
        <p:txBody>
          <a:bodyPr/>
          <a:lstStyle/>
          <a:p>
            <a:fld id="{6384DB75-7F64-4CCB-ADDA-7600EAC21B93}" type="datetimeFigureOut">
              <a:rPr lang="es-CO" smtClean="0"/>
              <a:t>16/03/2026</a:t>
            </a:fld>
            <a:endParaRPr lang="es-CO"/>
          </a:p>
        </p:txBody>
      </p:sp>
      <p:sp>
        <p:nvSpPr>
          <p:cNvPr id="5" name="Marcador de pie de página 4">
            <a:extLst>
              <a:ext uri="{FF2B5EF4-FFF2-40B4-BE49-F238E27FC236}">
                <a16:creationId xmlns:a16="http://schemas.microsoft.com/office/drawing/2014/main" id="{3EBBE6F3-D32C-8329-2EC4-F5B4FE952F2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CC5A397-4947-7674-4C68-779A536AD986}"/>
              </a:ext>
            </a:extLst>
          </p:cNvPr>
          <p:cNvSpPr>
            <a:spLocks noGrp="1"/>
          </p:cNvSpPr>
          <p:nvPr>
            <p:ph type="sldNum" sz="quarter" idx="12"/>
          </p:nvPr>
        </p:nvSpPr>
        <p:spPr/>
        <p:txBody>
          <a:bodyPr/>
          <a:lstStyle/>
          <a:p>
            <a:fld id="{2ABD853F-2A6C-42BA-A126-A6EA4E92B8CE}" type="slidenum">
              <a:rPr lang="es-CO" smtClean="0"/>
              <a:t>‹Nº›</a:t>
            </a:fld>
            <a:endParaRPr lang="es-CO"/>
          </a:p>
        </p:txBody>
      </p:sp>
    </p:spTree>
    <p:extLst>
      <p:ext uri="{BB962C8B-B14F-4D97-AF65-F5344CB8AC3E}">
        <p14:creationId xmlns:p14="http://schemas.microsoft.com/office/powerpoint/2010/main" val="1387715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C71DED-7A63-CEEE-B812-A7EB6CCBD37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3C36583-DB07-0CEB-4332-FA8CA1AE823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26A0657-B861-5AD7-26D2-2D3F3688AFD1}"/>
              </a:ext>
            </a:extLst>
          </p:cNvPr>
          <p:cNvSpPr>
            <a:spLocks noGrp="1"/>
          </p:cNvSpPr>
          <p:nvPr>
            <p:ph type="dt" sz="half" idx="10"/>
          </p:nvPr>
        </p:nvSpPr>
        <p:spPr/>
        <p:txBody>
          <a:bodyPr/>
          <a:lstStyle/>
          <a:p>
            <a:fld id="{6384DB75-7F64-4CCB-ADDA-7600EAC21B93}" type="datetimeFigureOut">
              <a:rPr lang="es-CO" smtClean="0"/>
              <a:t>16/03/2026</a:t>
            </a:fld>
            <a:endParaRPr lang="es-CO"/>
          </a:p>
        </p:txBody>
      </p:sp>
      <p:sp>
        <p:nvSpPr>
          <p:cNvPr id="5" name="Marcador de pie de página 4">
            <a:extLst>
              <a:ext uri="{FF2B5EF4-FFF2-40B4-BE49-F238E27FC236}">
                <a16:creationId xmlns:a16="http://schemas.microsoft.com/office/drawing/2014/main" id="{631558E7-82CA-F1C4-AEB3-5F242C474A9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D002ADD-2373-9540-D345-0A32F7DA0F6F}"/>
              </a:ext>
            </a:extLst>
          </p:cNvPr>
          <p:cNvSpPr>
            <a:spLocks noGrp="1"/>
          </p:cNvSpPr>
          <p:nvPr>
            <p:ph type="sldNum" sz="quarter" idx="12"/>
          </p:nvPr>
        </p:nvSpPr>
        <p:spPr/>
        <p:txBody>
          <a:bodyPr/>
          <a:lstStyle/>
          <a:p>
            <a:fld id="{2ABD853F-2A6C-42BA-A126-A6EA4E92B8CE}" type="slidenum">
              <a:rPr lang="es-CO" smtClean="0"/>
              <a:t>‹Nº›</a:t>
            </a:fld>
            <a:endParaRPr lang="es-CO"/>
          </a:p>
        </p:txBody>
      </p:sp>
    </p:spTree>
    <p:extLst>
      <p:ext uri="{BB962C8B-B14F-4D97-AF65-F5344CB8AC3E}">
        <p14:creationId xmlns:p14="http://schemas.microsoft.com/office/powerpoint/2010/main" val="1586212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B27537-6508-2E99-6B63-C5E97BCA747B}"/>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2A5344-62C9-5D94-7568-791F32E313E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EF678ED-22F4-BF90-4BA2-9CD47EB3B22A}"/>
              </a:ext>
            </a:extLst>
          </p:cNvPr>
          <p:cNvSpPr>
            <a:spLocks noGrp="1"/>
          </p:cNvSpPr>
          <p:nvPr>
            <p:ph type="dt" sz="half" idx="10"/>
          </p:nvPr>
        </p:nvSpPr>
        <p:spPr/>
        <p:txBody>
          <a:bodyPr/>
          <a:lstStyle/>
          <a:p>
            <a:fld id="{6384DB75-7F64-4CCB-ADDA-7600EAC21B93}" type="datetimeFigureOut">
              <a:rPr lang="es-CO" smtClean="0"/>
              <a:t>16/03/2026</a:t>
            </a:fld>
            <a:endParaRPr lang="es-CO"/>
          </a:p>
        </p:txBody>
      </p:sp>
      <p:sp>
        <p:nvSpPr>
          <p:cNvPr id="5" name="Marcador de pie de página 4">
            <a:extLst>
              <a:ext uri="{FF2B5EF4-FFF2-40B4-BE49-F238E27FC236}">
                <a16:creationId xmlns:a16="http://schemas.microsoft.com/office/drawing/2014/main" id="{2F5B325B-CC8F-D27E-7144-5898FF4BDE1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C452DD2-72BC-4C30-A83E-4EA11CEB79CF}"/>
              </a:ext>
            </a:extLst>
          </p:cNvPr>
          <p:cNvSpPr>
            <a:spLocks noGrp="1"/>
          </p:cNvSpPr>
          <p:nvPr>
            <p:ph type="sldNum" sz="quarter" idx="12"/>
          </p:nvPr>
        </p:nvSpPr>
        <p:spPr/>
        <p:txBody>
          <a:bodyPr/>
          <a:lstStyle/>
          <a:p>
            <a:fld id="{2ABD853F-2A6C-42BA-A126-A6EA4E92B8CE}" type="slidenum">
              <a:rPr lang="es-CO" smtClean="0"/>
              <a:t>‹Nº›</a:t>
            </a:fld>
            <a:endParaRPr lang="es-CO"/>
          </a:p>
        </p:txBody>
      </p:sp>
    </p:spTree>
    <p:extLst>
      <p:ext uri="{BB962C8B-B14F-4D97-AF65-F5344CB8AC3E}">
        <p14:creationId xmlns:p14="http://schemas.microsoft.com/office/powerpoint/2010/main" val="3437212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F3F350-EED8-F7F2-24E5-57537C244B8D}"/>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CB32F4F-514E-DC90-0097-C3758662BBD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2C5D5EFE-10ED-024A-19CC-0B3BC0737C8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F885829F-43C3-EB80-7987-49EE94A55307}"/>
              </a:ext>
            </a:extLst>
          </p:cNvPr>
          <p:cNvSpPr>
            <a:spLocks noGrp="1"/>
          </p:cNvSpPr>
          <p:nvPr>
            <p:ph type="dt" sz="half" idx="10"/>
          </p:nvPr>
        </p:nvSpPr>
        <p:spPr/>
        <p:txBody>
          <a:bodyPr/>
          <a:lstStyle/>
          <a:p>
            <a:fld id="{6384DB75-7F64-4CCB-ADDA-7600EAC21B93}" type="datetimeFigureOut">
              <a:rPr lang="es-CO" smtClean="0"/>
              <a:t>16/03/2026</a:t>
            </a:fld>
            <a:endParaRPr lang="es-CO"/>
          </a:p>
        </p:txBody>
      </p:sp>
      <p:sp>
        <p:nvSpPr>
          <p:cNvPr id="6" name="Marcador de pie de página 5">
            <a:extLst>
              <a:ext uri="{FF2B5EF4-FFF2-40B4-BE49-F238E27FC236}">
                <a16:creationId xmlns:a16="http://schemas.microsoft.com/office/drawing/2014/main" id="{D76DD4F3-D389-E70D-2C46-76A3FC16B52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FA8A7C7-ACA2-26CB-97CC-E7F094A958D9}"/>
              </a:ext>
            </a:extLst>
          </p:cNvPr>
          <p:cNvSpPr>
            <a:spLocks noGrp="1"/>
          </p:cNvSpPr>
          <p:nvPr>
            <p:ph type="sldNum" sz="quarter" idx="12"/>
          </p:nvPr>
        </p:nvSpPr>
        <p:spPr/>
        <p:txBody>
          <a:bodyPr/>
          <a:lstStyle/>
          <a:p>
            <a:fld id="{2ABD853F-2A6C-42BA-A126-A6EA4E92B8CE}" type="slidenum">
              <a:rPr lang="es-CO" smtClean="0"/>
              <a:t>‹Nº›</a:t>
            </a:fld>
            <a:endParaRPr lang="es-CO"/>
          </a:p>
        </p:txBody>
      </p:sp>
    </p:spTree>
    <p:extLst>
      <p:ext uri="{BB962C8B-B14F-4D97-AF65-F5344CB8AC3E}">
        <p14:creationId xmlns:p14="http://schemas.microsoft.com/office/powerpoint/2010/main" val="2991878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33355A-EA19-CAE6-D74F-2602FAC1A99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698CED2-F846-C2AF-BC76-119853258F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92F0E04-D522-B487-5162-D868935F7C95}"/>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98521A30-2242-3B04-3C3D-7E02759A9C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CABC551-2820-0769-B5AD-4900429CC2A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1538C824-C8D9-F5FE-BC19-80AC295DCE66}"/>
              </a:ext>
            </a:extLst>
          </p:cNvPr>
          <p:cNvSpPr>
            <a:spLocks noGrp="1"/>
          </p:cNvSpPr>
          <p:nvPr>
            <p:ph type="dt" sz="half" idx="10"/>
          </p:nvPr>
        </p:nvSpPr>
        <p:spPr/>
        <p:txBody>
          <a:bodyPr/>
          <a:lstStyle/>
          <a:p>
            <a:fld id="{6384DB75-7F64-4CCB-ADDA-7600EAC21B93}" type="datetimeFigureOut">
              <a:rPr lang="es-CO" smtClean="0"/>
              <a:t>16/03/2026</a:t>
            </a:fld>
            <a:endParaRPr lang="es-CO"/>
          </a:p>
        </p:txBody>
      </p:sp>
      <p:sp>
        <p:nvSpPr>
          <p:cNvPr id="8" name="Marcador de pie de página 7">
            <a:extLst>
              <a:ext uri="{FF2B5EF4-FFF2-40B4-BE49-F238E27FC236}">
                <a16:creationId xmlns:a16="http://schemas.microsoft.com/office/drawing/2014/main" id="{5DED1D73-BF3E-6FE2-1E54-12B3C4C01B9E}"/>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E9F3ADB3-FA52-F519-2014-784C403ABE7D}"/>
              </a:ext>
            </a:extLst>
          </p:cNvPr>
          <p:cNvSpPr>
            <a:spLocks noGrp="1"/>
          </p:cNvSpPr>
          <p:nvPr>
            <p:ph type="sldNum" sz="quarter" idx="12"/>
          </p:nvPr>
        </p:nvSpPr>
        <p:spPr/>
        <p:txBody>
          <a:bodyPr/>
          <a:lstStyle/>
          <a:p>
            <a:fld id="{2ABD853F-2A6C-42BA-A126-A6EA4E92B8CE}" type="slidenum">
              <a:rPr lang="es-CO" smtClean="0"/>
              <a:t>‹Nº›</a:t>
            </a:fld>
            <a:endParaRPr lang="es-CO"/>
          </a:p>
        </p:txBody>
      </p:sp>
    </p:spTree>
    <p:extLst>
      <p:ext uri="{BB962C8B-B14F-4D97-AF65-F5344CB8AC3E}">
        <p14:creationId xmlns:p14="http://schemas.microsoft.com/office/powerpoint/2010/main" val="2258748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97632A-9AF6-AF17-4FCA-0123053D238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A2B5B4CC-DC11-529C-760C-88547C692ED6}"/>
              </a:ext>
            </a:extLst>
          </p:cNvPr>
          <p:cNvSpPr>
            <a:spLocks noGrp="1"/>
          </p:cNvSpPr>
          <p:nvPr>
            <p:ph type="dt" sz="half" idx="10"/>
          </p:nvPr>
        </p:nvSpPr>
        <p:spPr/>
        <p:txBody>
          <a:bodyPr/>
          <a:lstStyle/>
          <a:p>
            <a:fld id="{6384DB75-7F64-4CCB-ADDA-7600EAC21B93}" type="datetimeFigureOut">
              <a:rPr lang="es-CO" smtClean="0"/>
              <a:t>16/03/2026</a:t>
            </a:fld>
            <a:endParaRPr lang="es-CO"/>
          </a:p>
        </p:txBody>
      </p:sp>
      <p:sp>
        <p:nvSpPr>
          <p:cNvPr id="4" name="Marcador de pie de página 3">
            <a:extLst>
              <a:ext uri="{FF2B5EF4-FFF2-40B4-BE49-F238E27FC236}">
                <a16:creationId xmlns:a16="http://schemas.microsoft.com/office/drawing/2014/main" id="{E5B9013A-73CF-92E0-6A16-BF1D4D52CCB2}"/>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4D45AED3-1316-6C87-1C7B-B537E4F6A793}"/>
              </a:ext>
            </a:extLst>
          </p:cNvPr>
          <p:cNvSpPr>
            <a:spLocks noGrp="1"/>
          </p:cNvSpPr>
          <p:nvPr>
            <p:ph type="sldNum" sz="quarter" idx="12"/>
          </p:nvPr>
        </p:nvSpPr>
        <p:spPr/>
        <p:txBody>
          <a:bodyPr/>
          <a:lstStyle/>
          <a:p>
            <a:fld id="{2ABD853F-2A6C-42BA-A126-A6EA4E92B8CE}" type="slidenum">
              <a:rPr lang="es-CO" smtClean="0"/>
              <a:t>‹Nº›</a:t>
            </a:fld>
            <a:endParaRPr lang="es-CO"/>
          </a:p>
        </p:txBody>
      </p:sp>
    </p:spTree>
    <p:extLst>
      <p:ext uri="{BB962C8B-B14F-4D97-AF65-F5344CB8AC3E}">
        <p14:creationId xmlns:p14="http://schemas.microsoft.com/office/powerpoint/2010/main" val="1756860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D058D11-165D-77B9-2119-D3357FF8552A}"/>
              </a:ext>
            </a:extLst>
          </p:cNvPr>
          <p:cNvSpPr>
            <a:spLocks noGrp="1"/>
          </p:cNvSpPr>
          <p:nvPr>
            <p:ph type="dt" sz="half" idx="10"/>
          </p:nvPr>
        </p:nvSpPr>
        <p:spPr/>
        <p:txBody>
          <a:bodyPr/>
          <a:lstStyle/>
          <a:p>
            <a:fld id="{6384DB75-7F64-4CCB-ADDA-7600EAC21B93}" type="datetimeFigureOut">
              <a:rPr lang="es-CO" smtClean="0"/>
              <a:t>16/03/2026</a:t>
            </a:fld>
            <a:endParaRPr lang="es-CO"/>
          </a:p>
        </p:txBody>
      </p:sp>
      <p:sp>
        <p:nvSpPr>
          <p:cNvPr id="3" name="Marcador de pie de página 2">
            <a:extLst>
              <a:ext uri="{FF2B5EF4-FFF2-40B4-BE49-F238E27FC236}">
                <a16:creationId xmlns:a16="http://schemas.microsoft.com/office/drawing/2014/main" id="{CFED1EED-B540-DAA9-66BC-0DCDE118486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444A9CC3-926C-75C0-32D0-1498098E3DDB}"/>
              </a:ext>
            </a:extLst>
          </p:cNvPr>
          <p:cNvSpPr>
            <a:spLocks noGrp="1"/>
          </p:cNvSpPr>
          <p:nvPr>
            <p:ph type="sldNum" sz="quarter" idx="12"/>
          </p:nvPr>
        </p:nvSpPr>
        <p:spPr/>
        <p:txBody>
          <a:bodyPr/>
          <a:lstStyle/>
          <a:p>
            <a:fld id="{2ABD853F-2A6C-42BA-A126-A6EA4E92B8CE}" type="slidenum">
              <a:rPr lang="es-CO" smtClean="0"/>
              <a:t>‹Nº›</a:t>
            </a:fld>
            <a:endParaRPr lang="es-CO"/>
          </a:p>
        </p:txBody>
      </p:sp>
    </p:spTree>
    <p:extLst>
      <p:ext uri="{BB962C8B-B14F-4D97-AF65-F5344CB8AC3E}">
        <p14:creationId xmlns:p14="http://schemas.microsoft.com/office/powerpoint/2010/main" val="484029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DB742C-C25C-0106-7768-33D3EE841E6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3303E574-8C4A-18D9-B17D-856B90BBC8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D5559218-3C6B-08F2-3AA7-25585296F1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334D488-7351-71CB-D151-C8A391D678F2}"/>
              </a:ext>
            </a:extLst>
          </p:cNvPr>
          <p:cNvSpPr>
            <a:spLocks noGrp="1"/>
          </p:cNvSpPr>
          <p:nvPr>
            <p:ph type="dt" sz="half" idx="10"/>
          </p:nvPr>
        </p:nvSpPr>
        <p:spPr/>
        <p:txBody>
          <a:bodyPr/>
          <a:lstStyle/>
          <a:p>
            <a:fld id="{6384DB75-7F64-4CCB-ADDA-7600EAC21B93}" type="datetimeFigureOut">
              <a:rPr lang="es-CO" smtClean="0"/>
              <a:t>16/03/2026</a:t>
            </a:fld>
            <a:endParaRPr lang="es-CO"/>
          </a:p>
        </p:txBody>
      </p:sp>
      <p:sp>
        <p:nvSpPr>
          <p:cNvPr id="6" name="Marcador de pie de página 5">
            <a:extLst>
              <a:ext uri="{FF2B5EF4-FFF2-40B4-BE49-F238E27FC236}">
                <a16:creationId xmlns:a16="http://schemas.microsoft.com/office/drawing/2014/main" id="{17B42347-765C-EAC1-F303-6C83813421D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9302D0BD-6D47-34DF-7524-9201ED7E77B0}"/>
              </a:ext>
            </a:extLst>
          </p:cNvPr>
          <p:cNvSpPr>
            <a:spLocks noGrp="1"/>
          </p:cNvSpPr>
          <p:nvPr>
            <p:ph type="sldNum" sz="quarter" idx="12"/>
          </p:nvPr>
        </p:nvSpPr>
        <p:spPr/>
        <p:txBody>
          <a:bodyPr/>
          <a:lstStyle/>
          <a:p>
            <a:fld id="{2ABD853F-2A6C-42BA-A126-A6EA4E92B8CE}" type="slidenum">
              <a:rPr lang="es-CO" smtClean="0"/>
              <a:t>‹Nº›</a:t>
            </a:fld>
            <a:endParaRPr lang="es-CO"/>
          </a:p>
        </p:txBody>
      </p:sp>
    </p:spTree>
    <p:extLst>
      <p:ext uri="{BB962C8B-B14F-4D97-AF65-F5344CB8AC3E}">
        <p14:creationId xmlns:p14="http://schemas.microsoft.com/office/powerpoint/2010/main" val="537298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8FFE80-4354-A4E6-233B-21305B02CDC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7B7150A5-CEE6-9C44-2D14-E8170F2B4B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3A3D6EB2-2604-D287-5F17-3EF763EE05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0A16BF-D4A9-C6DD-73BA-A76EAB93EAB7}"/>
              </a:ext>
            </a:extLst>
          </p:cNvPr>
          <p:cNvSpPr>
            <a:spLocks noGrp="1"/>
          </p:cNvSpPr>
          <p:nvPr>
            <p:ph type="dt" sz="half" idx="10"/>
          </p:nvPr>
        </p:nvSpPr>
        <p:spPr/>
        <p:txBody>
          <a:bodyPr/>
          <a:lstStyle/>
          <a:p>
            <a:fld id="{6384DB75-7F64-4CCB-ADDA-7600EAC21B93}" type="datetimeFigureOut">
              <a:rPr lang="es-CO" smtClean="0"/>
              <a:t>16/03/2026</a:t>
            </a:fld>
            <a:endParaRPr lang="es-CO"/>
          </a:p>
        </p:txBody>
      </p:sp>
      <p:sp>
        <p:nvSpPr>
          <p:cNvPr id="6" name="Marcador de pie de página 5">
            <a:extLst>
              <a:ext uri="{FF2B5EF4-FFF2-40B4-BE49-F238E27FC236}">
                <a16:creationId xmlns:a16="http://schemas.microsoft.com/office/drawing/2014/main" id="{F05A2591-FAA3-24D4-1453-F4A511881CE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FCBC366-D5E1-FCBC-50A2-B36BAA89C802}"/>
              </a:ext>
            </a:extLst>
          </p:cNvPr>
          <p:cNvSpPr>
            <a:spLocks noGrp="1"/>
          </p:cNvSpPr>
          <p:nvPr>
            <p:ph type="sldNum" sz="quarter" idx="12"/>
          </p:nvPr>
        </p:nvSpPr>
        <p:spPr/>
        <p:txBody>
          <a:bodyPr/>
          <a:lstStyle/>
          <a:p>
            <a:fld id="{2ABD853F-2A6C-42BA-A126-A6EA4E92B8CE}" type="slidenum">
              <a:rPr lang="es-CO" smtClean="0"/>
              <a:t>‹Nº›</a:t>
            </a:fld>
            <a:endParaRPr lang="es-CO"/>
          </a:p>
        </p:txBody>
      </p:sp>
    </p:spTree>
    <p:extLst>
      <p:ext uri="{BB962C8B-B14F-4D97-AF65-F5344CB8AC3E}">
        <p14:creationId xmlns:p14="http://schemas.microsoft.com/office/powerpoint/2010/main" val="215112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F89472-9C23-FE9E-C3BF-CF2E9289F66D}"/>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167D5835-F8EF-B7EC-FBDD-00C5E8ABCED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C63391D3-DCFB-E0F0-D7E1-30D1273B231C}"/>
              </a:ext>
            </a:extLst>
          </p:cNvPr>
          <p:cNvSpPr>
            <a:spLocks noGrp="1"/>
          </p:cNvSpPr>
          <p:nvPr>
            <p:ph type="dt" sz="half" idx="10"/>
          </p:nvPr>
        </p:nvSpPr>
        <p:spPr/>
        <p:txBody>
          <a:bodyPr/>
          <a:lstStyle/>
          <a:p>
            <a:fld id="{6384DB75-7F64-4CCB-ADDA-7600EAC21B93}" type="datetimeFigureOut">
              <a:rPr lang="es-CO" smtClean="0"/>
              <a:t>16/03/2026</a:t>
            </a:fld>
            <a:endParaRPr lang="es-CO"/>
          </a:p>
        </p:txBody>
      </p:sp>
      <p:sp>
        <p:nvSpPr>
          <p:cNvPr id="5" name="Marcador de pie de página 4">
            <a:extLst>
              <a:ext uri="{FF2B5EF4-FFF2-40B4-BE49-F238E27FC236}">
                <a16:creationId xmlns:a16="http://schemas.microsoft.com/office/drawing/2014/main" id="{7DC605C4-9BEB-C901-6D26-6FE649057FF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E869B5-4E50-EDEC-1387-3EBFCCF3E870}"/>
              </a:ext>
            </a:extLst>
          </p:cNvPr>
          <p:cNvSpPr>
            <a:spLocks noGrp="1"/>
          </p:cNvSpPr>
          <p:nvPr>
            <p:ph type="sldNum" sz="quarter" idx="12"/>
          </p:nvPr>
        </p:nvSpPr>
        <p:spPr/>
        <p:txBody>
          <a:bodyPr/>
          <a:lstStyle/>
          <a:p>
            <a:fld id="{2ABD853F-2A6C-42BA-A126-A6EA4E92B8CE}" type="slidenum">
              <a:rPr lang="es-CO" smtClean="0"/>
              <a:t>‹Nº›</a:t>
            </a:fld>
            <a:endParaRPr lang="es-CO"/>
          </a:p>
        </p:txBody>
      </p:sp>
    </p:spTree>
    <p:extLst>
      <p:ext uri="{BB962C8B-B14F-4D97-AF65-F5344CB8AC3E}">
        <p14:creationId xmlns:p14="http://schemas.microsoft.com/office/powerpoint/2010/main" val="3702623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29C7DA9-5398-B6C5-E0A6-53B95CF2E71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61FFF081-749F-584E-0D9F-5789696EBBEA}"/>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D9CD4E2-994C-7FB0-F751-C94C2BDB34B1}"/>
              </a:ext>
            </a:extLst>
          </p:cNvPr>
          <p:cNvSpPr>
            <a:spLocks noGrp="1"/>
          </p:cNvSpPr>
          <p:nvPr>
            <p:ph type="dt" sz="half" idx="10"/>
          </p:nvPr>
        </p:nvSpPr>
        <p:spPr/>
        <p:txBody>
          <a:bodyPr/>
          <a:lstStyle/>
          <a:p>
            <a:fld id="{6384DB75-7F64-4CCB-ADDA-7600EAC21B93}" type="datetimeFigureOut">
              <a:rPr lang="es-CO" smtClean="0"/>
              <a:t>16/03/2026</a:t>
            </a:fld>
            <a:endParaRPr lang="es-CO"/>
          </a:p>
        </p:txBody>
      </p:sp>
      <p:sp>
        <p:nvSpPr>
          <p:cNvPr id="5" name="Marcador de pie de página 4">
            <a:extLst>
              <a:ext uri="{FF2B5EF4-FFF2-40B4-BE49-F238E27FC236}">
                <a16:creationId xmlns:a16="http://schemas.microsoft.com/office/drawing/2014/main" id="{EB0F8EF7-1645-7D1A-FDC3-6B2B5B1203D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6F2D488-A143-29C1-4FE2-21B03C584BA5}"/>
              </a:ext>
            </a:extLst>
          </p:cNvPr>
          <p:cNvSpPr>
            <a:spLocks noGrp="1"/>
          </p:cNvSpPr>
          <p:nvPr>
            <p:ph type="sldNum" sz="quarter" idx="12"/>
          </p:nvPr>
        </p:nvSpPr>
        <p:spPr/>
        <p:txBody>
          <a:bodyPr/>
          <a:lstStyle/>
          <a:p>
            <a:fld id="{2ABD853F-2A6C-42BA-A126-A6EA4E92B8CE}" type="slidenum">
              <a:rPr lang="es-CO" smtClean="0"/>
              <a:t>‹Nº›</a:t>
            </a:fld>
            <a:endParaRPr lang="es-CO"/>
          </a:p>
        </p:txBody>
      </p:sp>
    </p:spTree>
    <p:extLst>
      <p:ext uri="{BB962C8B-B14F-4D97-AF65-F5344CB8AC3E}">
        <p14:creationId xmlns:p14="http://schemas.microsoft.com/office/powerpoint/2010/main" val="2000954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1750460-40AC-E6EA-DEE1-C8D2FBF3D5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63C555E-668C-9E7A-03A7-43FEF71CB8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DC9E62D-FD99-7ADB-6D02-DB008FD597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84DB75-7F64-4CCB-ADDA-7600EAC21B93}" type="datetimeFigureOut">
              <a:rPr lang="es-CO" smtClean="0"/>
              <a:t>16/03/2026</a:t>
            </a:fld>
            <a:endParaRPr lang="es-CO"/>
          </a:p>
        </p:txBody>
      </p:sp>
      <p:sp>
        <p:nvSpPr>
          <p:cNvPr id="5" name="Marcador de pie de página 4">
            <a:extLst>
              <a:ext uri="{FF2B5EF4-FFF2-40B4-BE49-F238E27FC236}">
                <a16:creationId xmlns:a16="http://schemas.microsoft.com/office/drawing/2014/main" id="{FB69ED17-8EF3-99D5-5312-BBBB028F26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A4CD60D0-9D60-E3B5-5EDC-51644ECF20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BD853F-2A6C-42BA-A126-A6EA4E92B8CE}" type="slidenum">
              <a:rPr lang="es-CO" smtClean="0"/>
              <a:t>‹Nº›</a:t>
            </a:fld>
            <a:endParaRPr lang="es-CO"/>
          </a:p>
        </p:txBody>
      </p:sp>
    </p:spTree>
    <p:extLst>
      <p:ext uri="{BB962C8B-B14F-4D97-AF65-F5344CB8AC3E}">
        <p14:creationId xmlns:p14="http://schemas.microsoft.com/office/powerpoint/2010/main" val="20489618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B5314C-6883-EA58-92C8-D7BEE4A723C4}"/>
              </a:ext>
            </a:extLst>
          </p:cNvPr>
          <p:cNvSpPr>
            <a:spLocks noGrp="1"/>
          </p:cNvSpPr>
          <p:nvPr>
            <p:ph type="ctrTitle"/>
          </p:nvPr>
        </p:nvSpPr>
        <p:spPr/>
        <p:txBody>
          <a:bodyPr/>
          <a:lstStyle/>
          <a:p>
            <a:r>
              <a:rPr lang="es-CO" dirty="0"/>
              <a:t>DOCUMENTO DE DISEÑO</a:t>
            </a:r>
          </a:p>
        </p:txBody>
      </p:sp>
      <p:sp>
        <p:nvSpPr>
          <p:cNvPr id="3" name="Subtítulo 2">
            <a:extLst>
              <a:ext uri="{FF2B5EF4-FFF2-40B4-BE49-F238E27FC236}">
                <a16:creationId xmlns:a16="http://schemas.microsoft.com/office/drawing/2014/main" id="{B41A5E11-7F28-2416-854C-FC9C99FF4834}"/>
              </a:ext>
            </a:extLst>
          </p:cNvPr>
          <p:cNvSpPr>
            <a:spLocks noGrp="1"/>
          </p:cNvSpPr>
          <p:nvPr>
            <p:ph type="subTitle" idx="1"/>
          </p:nvPr>
        </p:nvSpPr>
        <p:spPr/>
        <p:txBody>
          <a:bodyPr/>
          <a:lstStyle/>
          <a:p>
            <a:r>
              <a:rPr lang="es-CO" dirty="0"/>
              <a:t>Proyecto de juego de plataforma y exploración</a:t>
            </a:r>
            <a:br>
              <a:rPr lang="es-CO" dirty="0"/>
            </a:br>
            <a:r>
              <a:rPr lang="es-CO" dirty="0"/>
              <a:t>Nombre clave: </a:t>
            </a:r>
            <a:r>
              <a:rPr lang="es-CO" dirty="0" err="1"/>
              <a:t>Platformer</a:t>
            </a:r>
            <a:r>
              <a:rPr lang="es-CO" dirty="0"/>
              <a:t> </a:t>
            </a:r>
            <a:r>
              <a:rPr lang="es-CO" dirty="0" err="1"/>
              <a:t>Game</a:t>
            </a:r>
            <a:endParaRPr lang="es-CO" dirty="0"/>
          </a:p>
        </p:txBody>
      </p:sp>
    </p:spTree>
    <p:extLst>
      <p:ext uri="{BB962C8B-B14F-4D97-AF65-F5344CB8AC3E}">
        <p14:creationId xmlns:p14="http://schemas.microsoft.com/office/powerpoint/2010/main" val="575485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2B5EC1-40C4-0081-573D-123388DCF793}"/>
              </a:ext>
            </a:extLst>
          </p:cNvPr>
          <p:cNvSpPr>
            <a:spLocks noGrp="1"/>
          </p:cNvSpPr>
          <p:nvPr>
            <p:ph type="title"/>
          </p:nvPr>
        </p:nvSpPr>
        <p:spPr>
          <a:xfrm>
            <a:off x="166255" y="365125"/>
            <a:ext cx="11845636" cy="438439"/>
          </a:xfrm>
        </p:spPr>
        <p:txBody>
          <a:bodyPr>
            <a:normAutofit/>
          </a:bodyPr>
          <a:lstStyle/>
          <a:p>
            <a:r>
              <a:rPr lang="es-CO" sz="2000" b="1" dirty="0"/>
              <a:t>CONTENIDO</a:t>
            </a:r>
          </a:p>
        </p:txBody>
      </p:sp>
      <p:sp>
        <p:nvSpPr>
          <p:cNvPr id="3" name="Marcador de contenido 2">
            <a:extLst>
              <a:ext uri="{FF2B5EF4-FFF2-40B4-BE49-F238E27FC236}">
                <a16:creationId xmlns:a16="http://schemas.microsoft.com/office/drawing/2014/main" id="{D6B029B8-96C3-7686-DF83-8FA77A263F2C}"/>
              </a:ext>
            </a:extLst>
          </p:cNvPr>
          <p:cNvSpPr>
            <a:spLocks noGrp="1"/>
          </p:cNvSpPr>
          <p:nvPr>
            <p:ph idx="1"/>
          </p:nvPr>
        </p:nvSpPr>
        <p:spPr>
          <a:xfrm>
            <a:off x="166255" y="925079"/>
            <a:ext cx="11845636" cy="5567795"/>
          </a:xfrm>
        </p:spPr>
        <p:txBody>
          <a:bodyPr>
            <a:normAutofit/>
          </a:bodyPr>
          <a:lstStyle/>
          <a:p>
            <a:r>
              <a:rPr lang="es-CO" sz="1200" dirty="0">
                <a:hlinkClick r:id="rId2" action="ppaction://hlinksldjump"/>
              </a:rPr>
              <a:t>INTRODUCCIÓN</a:t>
            </a:r>
            <a:endParaRPr lang="es-CO" sz="1200" dirty="0"/>
          </a:p>
        </p:txBody>
      </p:sp>
    </p:spTree>
    <p:extLst>
      <p:ext uri="{BB962C8B-B14F-4D97-AF65-F5344CB8AC3E}">
        <p14:creationId xmlns:p14="http://schemas.microsoft.com/office/powerpoint/2010/main" val="2319869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2B5EC1-40C4-0081-573D-123388DCF793}"/>
              </a:ext>
            </a:extLst>
          </p:cNvPr>
          <p:cNvSpPr>
            <a:spLocks noGrp="1"/>
          </p:cNvSpPr>
          <p:nvPr>
            <p:ph type="title"/>
          </p:nvPr>
        </p:nvSpPr>
        <p:spPr>
          <a:xfrm>
            <a:off x="166255" y="365125"/>
            <a:ext cx="11845636" cy="438439"/>
          </a:xfrm>
        </p:spPr>
        <p:txBody>
          <a:bodyPr>
            <a:normAutofit/>
          </a:bodyPr>
          <a:lstStyle/>
          <a:p>
            <a:r>
              <a:rPr lang="es-CO" sz="2000" b="1" dirty="0"/>
              <a:t>INTRODUCCIÓN</a:t>
            </a:r>
          </a:p>
        </p:txBody>
      </p:sp>
      <p:sp>
        <p:nvSpPr>
          <p:cNvPr id="3" name="Marcador de contenido 2">
            <a:extLst>
              <a:ext uri="{FF2B5EF4-FFF2-40B4-BE49-F238E27FC236}">
                <a16:creationId xmlns:a16="http://schemas.microsoft.com/office/drawing/2014/main" id="{D6B029B8-96C3-7686-DF83-8FA77A263F2C}"/>
              </a:ext>
            </a:extLst>
          </p:cNvPr>
          <p:cNvSpPr>
            <a:spLocks noGrp="1"/>
          </p:cNvSpPr>
          <p:nvPr>
            <p:ph idx="1"/>
          </p:nvPr>
        </p:nvSpPr>
        <p:spPr>
          <a:xfrm>
            <a:off x="166255" y="925079"/>
            <a:ext cx="11845636" cy="5567795"/>
          </a:xfrm>
        </p:spPr>
        <p:txBody>
          <a:bodyPr>
            <a:normAutofit/>
          </a:bodyPr>
          <a:lstStyle/>
          <a:p>
            <a:pPr marL="0" indent="0">
              <a:buNone/>
            </a:pPr>
            <a:r>
              <a:rPr lang="es-CO" sz="1200" dirty="0"/>
              <a:t>El proyecto se inicia como experimento de práctica y educación para ir trabajando las herramientas que ofrece el motor de juegos Godot.</a:t>
            </a:r>
          </a:p>
          <a:p>
            <a:pPr marL="0" indent="0">
              <a:buNone/>
            </a:pPr>
            <a:r>
              <a:rPr lang="es-CO" sz="1200" dirty="0"/>
              <a:t>Se define trabajar en un proyecto de plataformas y exploración tipo </a:t>
            </a:r>
            <a:r>
              <a:rPr lang="es-CO" sz="1200" dirty="0" err="1"/>
              <a:t>metroidvania</a:t>
            </a:r>
            <a:r>
              <a:rPr lang="es-CO" sz="1200" dirty="0"/>
              <a:t>, esto como gusto personal por el tipo de interacciones que ofrecen este tipo de juegos, interacción constante, progresión, desafíos, acertijos (</a:t>
            </a:r>
            <a:r>
              <a:rPr lang="es-CO" sz="1200" dirty="0" err="1"/>
              <a:t>puzzles</a:t>
            </a:r>
            <a:r>
              <a:rPr lang="es-CO" sz="1200" dirty="0"/>
              <a:t>), diseño de niveles, implementación de físicas, combates, diseño de personajes.</a:t>
            </a:r>
          </a:p>
          <a:p>
            <a:pPr marL="0" indent="0">
              <a:buNone/>
            </a:pPr>
            <a:r>
              <a:rPr lang="es-CO" sz="1200" dirty="0"/>
              <a:t>Se espera no crear un juego demasiado complejo y largo, se busca crear mecánicas suficientes para ir conociendo mejor el entorno de desarrollo, mejorar capacidades en diseño, arte, dibujo, música, programación, creación de historia…</a:t>
            </a:r>
          </a:p>
          <a:p>
            <a:pPr marL="0" indent="0">
              <a:buNone/>
            </a:pPr>
            <a:r>
              <a:rPr lang="es-CO" sz="1200" dirty="0"/>
              <a:t>Se opta por usar una estética minimalista y tan sencilla como se pueda, sin descartar la posibilidad de ir agregando algunos componentes avanzados. En este sentido se trabajará principalmente en el modo 2D del motor, usando herramientas sencillas para la creación de gráficos </a:t>
            </a:r>
            <a:r>
              <a:rPr lang="es-CO" sz="1200" dirty="0" err="1"/>
              <a:t>pixelart</a:t>
            </a:r>
            <a:r>
              <a:rPr lang="es-CO" sz="1200" dirty="0"/>
              <a:t> para los personajes, entornos y elementos. Se trabajará con las herramientas que trae el motor Godot para la implementación de físicas y comportamientos de los elementos del juego.</a:t>
            </a:r>
          </a:p>
          <a:p>
            <a:pPr marL="0" indent="0">
              <a:buNone/>
            </a:pPr>
            <a:r>
              <a:rPr lang="es-CO" sz="1200" dirty="0"/>
              <a:t>Para el trabajo de arte visual se usarán herramientas simples como pueden ser </a:t>
            </a:r>
            <a:r>
              <a:rPr lang="es-CO" sz="1200" dirty="0" err="1"/>
              <a:t>Piskel</a:t>
            </a:r>
            <a:r>
              <a:rPr lang="es-CO" sz="1200" dirty="0"/>
              <a:t>, </a:t>
            </a:r>
            <a:r>
              <a:rPr lang="es-CO" sz="1200" dirty="0" err="1"/>
              <a:t>Kitra</a:t>
            </a:r>
            <a:r>
              <a:rPr lang="es-CO" sz="1200" dirty="0"/>
              <a:t>, Libre Sprite, Inkscape.</a:t>
            </a:r>
          </a:p>
          <a:p>
            <a:pPr marL="0" indent="0">
              <a:buNone/>
            </a:pPr>
            <a:r>
              <a:rPr lang="es-CO" sz="1200" dirty="0"/>
              <a:t>Para el trabajo de arte auditiva respecto a música se podría usar herramientas como LMMS, Bosca </a:t>
            </a:r>
            <a:r>
              <a:rPr lang="es-CO" sz="1200" dirty="0" err="1"/>
              <a:t>Ceoil</a:t>
            </a:r>
            <a:r>
              <a:rPr lang="es-CO" sz="1200" dirty="0"/>
              <a:t> Blue.</a:t>
            </a:r>
          </a:p>
          <a:p>
            <a:pPr marL="0" indent="0">
              <a:buNone/>
            </a:pPr>
            <a:r>
              <a:rPr lang="es-CO" sz="1200" dirty="0"/>
              <a:t>Para efectos de sonido se usarán los disponibles en páginas web que recopilen este tipo de recursos.</a:t>
            </a:r>
          </a:p>
          <a:p>
            <a:pPr marL="0" indent="0">
              <a:buNone/>
            </a:pPr>
            <a:r>
              <a:rPr lang="es-CO" sz="1200" dirty="0"/>
              <a:t>Se trabajará también con </a:t>
            </a:r>
            <a:r>
              <a:rPr lang="es-CO" sz="1200" dirty="0" err="1"/>
              <a:t>Github</a:t>
            </a:r>
            <a:r>
              <a:rPr lang="es-CO" sz="1200" dirty="0"/>
              <a:t> para el control de versiones de los archivos fuentes, igualmente sirve como repositorio de </a:t>
            </a:r>
            <a:r>
              <a:rPr lang="es-CO" sz="1200" dirty="0" err="1"/>
              <a:t>backup</a:t>
            </a:r>
            <a:r>
              <a:rPr lang="es-CO" sz="1200" dirty="0"/>
              <a:t>, colaboración y exposición del proyecto, y será también una oportunidad para practicar y mejorar en el uso de esta herramienta.</a:t>
            </a:r>
          </a:p>
        </p:txBody>
      </p:sp>
    </p:spTree>
    <p:extLst>
      <p:ext uri="{BB962C8B-B14F-4D97-AF65-F5344CB8AC3E}">
        <p14:creationId xmlns:p14="http://schemas.microsoft.com/office/powerpoint/2010/main" val="1026267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2B5EC1-40C4-0081-573D-123388DCF793}"/>
              </a:ext>
            </a:extLst>
          </p:cNvPr>
          <p:cNvSpPr>
            <a:spLocks noGrp="1"/>
          </p:cNvSpPr>
          <p:nvPr>
            <p:ph type="title"/>
          </p:nvPr>
        </p:nvSpPr>
        <p:spPr>
          <a:xfrm>
            <a:off x="166255" y="365125"/>
            <a:ext cx="11845636" cy="438439"/>
          </a:xfrm>
        </p:spPr>
        <p:txBody>
          <a:bodyPr>
            <a:normAutofit/>
          </a:bodyPr>
          <a:lstStyle/>
          <a:p>
            <a:r>
              <a:rPr lang="es-CO" sz="2000" b="1" dirty="0"/>
              <a:t>HERRAMIENTAS - SOFTWARE</a:t>
            </a:r>
          </a:p>
        </p:txBody>
      </p:sp>
      <p:sp>
        <p:nvSpPr>
          <p:cNvPr id="3" name="Marcador de contenido 2">
            <a:extLst>
              <a:ext uri="{FF2B5EF4-FFF2-40B4-BE49-F238E27FC236}">
                <a16:creationId xmlns:a16="http://schemas.microsoft.com/office/drawing/2014/main" id="{D6B029B8-96C3-7686-DF83-8FA77A263F2C}"/>
              </a:ext>
            </a:extLst>
          </p:cNvPr>
          <p:cNvSpPr>
            <a:spLocks noGrp="1"/>
          </p:cNvSpPr>
          <p:nvPr>
            <p:ph idx="1"/>
          </p:nvPr>
        </p:nvSpPr>
        <p:spPr>
          <a:xfrm>
            <a:off x="166255" y="925080"/>
            <a:ext cx="11845636" cy="438440"/>
          </a:xfrm>
        </p:spPr>
        <p:txBody>
          <a:bodyPr>
            <a:normAutofit/>
          </a:bodyPr>
          <a:lstStyle/>
          <a:p>
            <a:pPr marL="0" indent="0">
              <a:buNone/>
            </a:pPr>
            <a:r>
              <a:rPr lang="es-CO" sz="1200" dirty="0"/>
              <a:t>Para el desarrollo del proyecto se usaran diferentes herramientas, entre ellas las que tienen que ver con el software se buscará que sean herramientas de uso libre y gratuito, entre ellas se tendrán:</a:t>
            </a:r>
          </a:p>
        </p:txBody>
      </p:sp>
      <p:grpSp>
        <p:nvGrpSpPr>
          <p:cNvPr id="23" name="Grupo 22">
            <a:extLst>
              <a:ext uri="{FF2B5EF4-FFF2-40B4-BE49-F238E27FC236}">
                <a16:creationId xmlns:a16="http://schemas.microsoft.com/office/drawing/2014/main" id="{81ED352A-D8A1-D93B-9C09-0A8F27B3BA58}"/>
              </a:ext>
            </a:extLst>
          </p:cNvPr>
          <p:cNvGrpSpPr/>
          <p:nvPr/>
        </p:nvGrpSpPr>
        <p:grpSpPr>
          <a:xfrm>
            <a:off x="461468" y="1489966"/>
            <a:ext cx="3600000" cy="2232000"/>
            <a:chOff x="461468" y="1363519"/>
            <a:chExt cx="3600000" cy="2232000"/>
          </a:xfrm>
        </p:grpSpPr>
        <p:sp>
          <p:nvSpPr>
            <p:cNvPr id="19" name="Rectángulo 18">
              <a:extLst>
                <a:ext uri="{FF2B5EF4-FFF2-40B4-BE49-F238E27FC236}">
                  <a16:creationId xmlns:a16="http://schemas.microsoft.com/office/drawing/2014/main" id="{A41C26BA-E8B9-0BA4-C7E3-E311B0BAB6AE}"/>
                </a:ext>
              </a:extLst>
            </p:cNvPr>
            <p:cNvSpPr/>
            <p:nvPr/>
          </p:nvSpPr>
          <p:spPr>
            <a:xfrm>
              <a:off x="461468" y="1363519"/>
              <a:ext cx="3600000" cy="2232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Marcador de contenido 2">
              <a:extLst>
                <a:ext uri="{FF2B5EF4-FFF2-40B4-BE49-F238E27FC236}">
                  <a16:creationId xmlns:a16="http://schemas.microsoft.com/office/drawing/2014/main" id="{B0A0AFED-B76B-E487-2983-3F35F007DF77}"/>
                </a:ext>
              </a:extLst>
            </p:cNvPr>
            <p:cNvSpPr txBox="1">
              <a:spLocks/>
            </p:cNvSpPr>
            <p:nvPr/>
          </p:nvSpPr>
          <p:spPr>
            <a:xfrm>
              <a:off x="461468" y="1363520"/>
              <a:ext cx="3600000" cy="1440000"/>
            </a:xfrm>
            <a:prstGeom prst="rect">
              <a:avLst/>
            </a:prstGeom>
            <a:ln>
              <a:noFill/>
            </a:ln>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s-CO" sz="1200" b="1" dirty="0"/>
                <a:t>Godot </a:t>
              </a:r>
              <a:r>
                <a:rPr lang="es-CO" sz="1200" b="1" dirty="0" err="1"/>
                <a:t>Engine</a:t>
              </a:r>
              <a:r>
                <a:rPr lang="es-CO" sz="1200" dirty="0"/>
                <a:t>: Motor de desarrollo de videojuegos con el que se integrarán todos los componentes (imágenes, música, sonidos (SFX), programación). Se selecciona por ser de uso libre, gratuito, y ya se ha estado estudiando su funcionamiento, por lo que se tiene experiencia en su uso.</a:t>
              </a:r>
            </a:p>
            <a:p>
              <a:pPr marL="0" indent="0" algn="just">
                <a:buFont typeface="Arial" panose="020B0604020202020204" pitchFamily="34" charset="0"/>
                <a:buNone/>
              </a:pPr>
              <a:r>
                <a:rPr lang="es-CO" sz="1200" dirty="0"/>
                <a:t>https://godotengine.org/</a:t>
              </a:r>
            </a:p>
          </p:txBody>
        </p:sp>
        <p:pic>
          <p:nvPicPr>
            <p:cNvPr id="7" name="Imagen 6">
              <a:extLst>
                <a:ext uri="{FF2B5EF4-FFF2-40B4-BE49-F238E27FC236}">
                  <a16:creationId xmlns:a16="http://schemas.microsoft.com/office/drawing/2014/main" id="{979A42D5-DB9E-6BC2-40AD-0867F9F5E61D}"/>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821468" y="2806841"/>
              <a:ext cx="2880000" cy="720000"/>
            </a:xfrm>
            <a:prstGeom prst="rect">
              <a:avLst/>
            </a:prstGeom>
            <a:ln>
              <a:noFill/>
            </a:ln>
          </p:spPr>
        </p:pic>
      </p:grpSp>
      <p:grpSp>
        <p:nvGrpSpPr>
          <p:cNvPr id="24" name="Grupo 23">
            <a:extLst>
              <a:ext uri="{FF2B5EF4-FFF2-40B4-BE49-F238E27FC236}">
                <a16:creationId xmlns:a16="http://schemas.microsoft.com/office/drawing/2014/main" id="{062C986D-073B-FB4E-97FD-6D07C8C810C5}"/>
              </a:ext>
            </a:extLst>
          </p:cNvPr>
          <p:cNvGrpSpPr/>
          <p:nvPr/>
        </p:nvGrpSpPr>
        <p:grpSpPr>
          <a:xfrm>
            <a:off x="4296000" y="1489966"/>
            <a:ext cx="3600000" cy="2232000"/>
            <a:chOff x="4296000" y="1363519"/>
            <a:chExt cx="3600000" cy="2232000"/>
          </a:xfrm>
        </p:grpSpPr>
        <p:sp>
          <p:nvSpPr>
            <p:cNvPr id="8" name="Marcador de contenido 2">
              <a:extLst>
                <a:ext uri="{FF2B5EF4-FFF2-40B4-BE49-F238E27FC236}">
                  <a16:creationId xmlns:a16="http://schemas.microsoft.com/office/drawing/2014/main" id="{3278A6B9-F12F-5C51-5524-077ACDD4E92F}"/>
                </a:ext>
              </a:extLst>
            </p:cNvPr>
            <p:cNvSpPr txBox="1">
              <a:spLocks/>
            </p:cNvSpPr>
            <p:nvPr/>
          </p:nvSpPr>
          <p:spPr>
            <a:xfrm>
              <a:off x="4296000" y="1363519"/>
              <a:ext cx="3600000" cy="1440000"/>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s-CO" sz="1200" b="1" dirty="0" err="1"/>
                <a:t>Piskel</a:t>
              </a:r>
              <a:r>
                <a:rPr lang="es-CO" sz="1200" dirty="0"/>
                <a:t>: Herramienta de dibujo, de uso libre y gratuito. Permite crear fácilmente imágenes </a:t>
              </a:r>
              <a:r>
                <a:rPr lang="es-CO" sz="1200" dirty="0" err="1"/>
                <a:t>pixelart</a:t>
              </a:r>
              <a:r>
                <a:rPr lang="es-CO" sz="1200" dirty="0"/>
                <a:t>, tiene uso de capas, animaciones, y exporta a </a:t>
              </a:r>
              <a:r>
                <a:rPr lang="es-CO" sz="1200" dirty="0" err="1"/>
                <a:t>spritesheet</a:t>
              </a:r>
              <a:r>
                <a:rPr lang="es-CO" sz="1200" dirty="0"/>
                <a:t>. Es fácil de usar, y funciona online y también tiene aplicación para escritorio.</a:t>
              </a:r>
            </a:p>
            <a:p>
              <a:pPr marL="0" indent="0" algn="just">
                <a:buFont typeface="Arial" panose="020B0604020202020204" pitchFamily="34" charset="0"/>
                <a:buNone/>
              </a:pPr>
              <a:r>
                <a:rPr lang="es-CO" sz="1200" dirty="0"/>
                <a:t>https://www.piskelapp.com/</a:t>
              </a:r>
            </a:p>
          </p:txBody>
        </p:sp>
        <p:pic>
          <p:nvPicPr>
            <p:cNvPr id="10" name="Imagen 9">
              <a:extLst>
                <a:ext uri="{FF2B5EF4-FFF2-40B4-BE49-F238E27FC236}">
                  <a16:creationId xmlns:a16="http://schemas.microsoft.com/office/drawing/2014/main" id="{6D7C1786-E33B-3DA7-74A0-F68126A324C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656000" y="2806841"/>
              <a:ext cx="2880000" cy="720000"/>
            </a:xfrm>
            <a:prstGeom prst="rect">
              <a:avLst/>
            </a:prstGeom>
          </p:spPr>
        </p:pic>
        <p:sp>
          <p:nvSpPr>
            <p:cNvPr id="20" name="Rectángulo 19">
              <a:extLst>
                <a:ext uri="{FF2B5EF4-FFF2-40B4-BE49-F238E27FC236}">
                  <a16:creationId xmlns:a16="http://schemas.microsoft.com/office/drawing/2014/main" id="{4ECE331E-4D95-D6D6-2FB1-3DFE3281160A}"/>
                </a:ext>
              </a:extLst>
            </p:cNvPr>
            <p:cNvSpPr/>
            <p:nvPr/>
          </p:nvSpPr>
          <p:spPr>
            <a:xfrm>
              <a:off x="4296000" y="1363519"/>
              <a:ext cx="3600000" cy="2232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grpSp>
        <p:nvGrpSpPr>
          <p:cNvPr id="25" name="Grupo 24">
            <a:extLst>
              <a:ext uri="{FF2B5EF4-FFF2-40B4-BE49-F238E27FC236}">
                <a16:creationId xmlns:a16="http://schemas.microsoft.com/office/drawing/2014/main" id="{142B3C70-25F9-F288-23F2-904254F15862}"/>
              </a:ext>
            </a:extLst>
          </p:cNvPr>
          <p:cNvGrpSpPr/>
          <p:nvPr/>
        </p:nvGrpSpPr>
        <p:grpSpPr>
          <a:xfrm>
            <a:off x="8130532" y="1489965"/>
            <a:ext cx="3600000" cy="2232000"/>
            <a:chOff x="8130532" y="1363518"/>
            <a:chExt cx="3600000" cy="2232000"/>
          </a:xfrm>
        </p:grpSpPr>
        <p:sp>
          <p:nvSpPr>
            <p:cNvPr id="11" name="Marcador de contenido 2">
              <a:extLst>
                <a:ext uri="{FF2B5EF4-FFF2-40B4-BE49-F238E27FC236}">
                  <a16:creationId xmlns:a16="http://schemas.microsoft.com/office/drawing/2014/main" id="{DE857B0C-C950-A9F0-4E7C-B285DB6779B4}"/>
                </a:ext>
              </a:extLst>
            </p:cNvPr>
            <p:cNvSpPr txBox="1">
              <a:spLocks/>
            </p:cNvSpPr>
            <p:nvPr/>
          </p:nvSpPr>
          <p:spPr>
            <a:xfrm>
              <a:off x="8130532" y="1363518"/>
              <a:ext cx="3600000" cy="1440000"/>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s-CO" sz="1200" b="1" dirty="0"/>
                <a:t>Inkscape</a:t>
              </a:r>
              <a:r>
                <a:rPr lang="es-CO" sz="1200" dirty="0"/>
                <a:t>: Herramienta de dibujo, de uso libre y gratuito. Permite crear fácilmente imágenes vectoriales (SVG), tiene uso de capas. Es fácil de usar, y ayuda en la creación de arte, íconos, y detalles.</a:t>
              </a:r>
            </a:p>
            <a:p>
              <a:pPr marL="0" indent="0" algn="just">
                <a:buFont typeface="Arial" panose="020B0604020202020204" pitchFamily="34" charset="0"/>
                <a:buNone/>
              </a:pPr>
              <a:r>
                <a:rPr lang="es-CO" sz="1200" dirty="0"/>
                <a:t>https://inkscape.org/</a:t>
              </a:r>
            </a:p>
          </p:txBody>
        </p:sp>
        <p:pic>
          <p:nvPicPr>
            <p:cNvPr id="13" name="Imagen 12">
              <a:extLst>
                <a:ext uri="{FF2B5EF4-FFF2-40B4-BE49-F238E27FC236}">
                  <a16:creationId xmlns:a16="http://schemas.microsoft.com/office/drawing/2014/main" id="{03CFEFA5-3E50-959B-0484-9D8EC92F12E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490532" y="2806841"/>
              <a:ext cx="2880000" cy="720000"/>
            </a:xfrm>
            <a:prstGeom prst="rect">
              <a:avLst/>
            </a:prstGeom>
          </p:spPr>
        </p:pic>
        <p:sp>
          <p:nvSpPr>
            <p:cNvPr id="21" name="Rectángulo 20">
              <a:extLst>
                <a:ext uri="{FF2B5EF4-FFF2-40B4-BE49-F238E27FC236}">
                  <a16:creationId xmlns:a16="http://schemas.microsoft.com/office/drawing/2014/main" id="{CD8BF509-C6B1-4EBA-CF7D-D4D2ECE63078}"/>
                </a:ext>
              </a:extLst>
            </p:cNvPr>
            <p:cNvSpPr/>
            <p:nvPr/>
          </p:nvSpPr>
          <p:spPr>
            <a:xfrm>
              <a:off x="8130532" y="1363518"/>
              <a:ext cx="3600000" cy="2232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grpSp>
        <p:nvGrpSpPr>
          <p:cNvPr id="26" name="Grupo 25">
            <a:extLst>
              <a:ext uri="{FF2B5EF4-FFF2-40B4-BE49-F238E27FC236}">
                <a16:creationId xmlns:a16="http://schemas.microsoft.com/office/drawing/2014/main" id="{47938EB2-5AC2-B666-E929-D9D0BE3720F8}"/>
              </a:ext>
            </a:extLst>
          </p:cNvPr>
          <p:cNvGrpSpPr/>
          <p:nvPr/>
        </p:nvGrpSpPr>
        <p:grpSpPr>
          <a:xfrm>
            <a:off x="461468" y="4088769"/>
            <a:ext cx="3600000" cy="2232000"/>
            <a:chOff x="461468" y="4088769"/>
            <a:chExt cx="3600000" cy="2232000"/>
          </a:xfrm>
        </p:grpSpPr>
        <p:sp>
          <p:nvSpPr>
            <p:cNvPr id="22" name="Rectángulo 21">
              <a:extLst>
                <a:ext uri="{FF2B5EF4-FFF2-40B4-BE49-F238E27FC236}">
                  <a16:creationId xmlns:a16="http://schemas.microsoft.com/office/drawing/2014/main" id="{A6FAF186-D0B9-3FA5-E706-D25DCA5A3EEF}"/>
                </a:ext>
              </a:extLst>
            </p:cNvPr>
            <p:cNvSpPr/>
            <p:nvPr/>
          </p:nvSpPr>
          <p:spPr>
            <a:xfrm>
              <a:off x="461468" y="4088769"/>
              <a:ext cx="3600000" cy="2232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Marcador de contenido 2">
              <a:extLst>
                <a:ext uri="{FF2B5EF4-FFF2-40B4-BE49-F238E27FC236}">
                  <a16:creationId xmlns:a16="http://schemas.microsoft.com/office/drawing/2014/main" id="{81986DB8-9F0E-F304-3A06-755555B156CE}"/>
                </a:ext>
              </a:extLst>
            </p:cNvPr>
            <p:cNvSpPr txBox="1">
              <a:spLocks/>
            </p:cNvSpPr>
            <p:nvPr/>
          </p:nvSpPr>
          <p:spPr>
            <a:xfrm>
              <a:off x="461468" y="4088769"/>
              <a:ext cx="3600000" cy="1440000"/>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s-CO" sz="1200" b="1" dirty="0"/>
                <a:t>LMMS</a:t>
              </a:r>
              <a:r>
                <a:rPr lang="es-CO" sz="1200" dirty="0"/>
                <a:t>: Herramienta de producción musical, de uso libre y gratuito. Permite crear fácilmente temas, tonadas, ritmos y demás relacionados con la música. Es fácil de usar, y maneja varios instrumentos. Permite exportar a diferentes formatos.</a:t>
              </a:r>
            </a:p>
            <a:p>
              <a:pPr marL="0" indent="0" algn="just">
                <a:buFont typeface="Arial" panose="020B0604020202020204" pitchFamily="34" charset="0"/>
                <a:buNone/>
              </a:pPr>
              <a:r>
                <a:rPr lang="es-CO" sz="1200" dirty="0"/>
                <a:t>https://lmms.io/</a:t>
              </a:r>
            </a:p>
          </p:txBody>
        </p:sp>
        <p:pic>
          <p:nvPicPr>
            <p:cNvPr id="16" name="Imagen 15">
              <a:extLst>
                <a:ext uri="{FF2B5EF4-FFF2-40B4-BE49-F238E27FC236}">
                  <a16:creationId xmlns:a16="http://schemas.microsoft.com/office/drawing/2014/main" id="{7B79FD5C-4AB2-9256-5444-E6F5E2F98ABC}"/>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21468" y="5542837"/>
              <a:ext cx="2880000" cy="720000"/>
            </a:xfrm>
            <a:prstGeom prst="rect">
              <a:avLst/>
            </a:prstGeom>
          </p:spPr>
        </p:pic>
      </p:grpSp>
    </p:spTree>
    <p:extLst>
      <p:ext uri="{BB962C8B-B14F-4D97-AF65-F5344CB8AC3E}">
        <p14:creationId xmlns:p14="http://schemas.microsoft.com/office/powerpoint/2010/main" val="255323172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TotalTime>
  <Words>573</Words>
  <Application>Microsoft Office PowerPoint</Application>
  <PresentationFormat>Panorámica</PresentationFormat>
  <Paragraphs>23</Paragraphs>
  <Slides>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vt:i4>
      </vt:variant>
    </vt:vector>
  </HeadingPairs>
  <TitlesOfParts>
    <vt:vector size="8" baseType="lpstr">
      <vt:lpstr>Aptos</vt:lpstr>
      <vt:lpstr>Aptos Display</vt:lpstr>
      <vt:lpstr>Arial</vt:lpstr>
      <vt:lpstr>Tema de Office</vt:lpstr>
      <vt:lpstr>DOCUMENTO DE DISEÑO</vt:lpstr>
      <vt:lpstr>CONTENIDO</vt:lpstr>
      <vt:lpstr>INTRODUCCIÓN</vt:lpstr>
      <vt:lpstr>HERRAMIENTAS - SOFTWARE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3</cp:revision>
  <dcterms:created xsi:type="dcterms:W3CDTF">2026-03-16T15:53:33Z</dcterms:created>
  <dcterms:modified xsi:type="dcterms:W3CDTF">2026-03-16T17:19:47Z</dcterms:modified>
</cp:coreProperties>
</file>